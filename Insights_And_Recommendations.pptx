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226098-9933-4F20-A347-48D56DB0630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2A9CDA-41D5-4BC8-890A-C8136D99E134}">
      <dgm:prSet/>
      <dgm:spPr/>
      <dgm:t>
        <a:bodyPr/>
        <a:lstStyle/>
        <a:p>
          <a:r>
            <a:rPr lang="en-US"/>
            <a:t>• Analyze social media performance</a:t>
          </a:r>
        </a:p>
      </dgm:t>
    </dgm:pt>
    <dgm:pt modelId="{0B7BD9CC-748C-4DE7-A103-B34136C720A5}" type="parTrans" cxnId="{EBDE6BA8-9155-4E25-A5DF-8270AEA2B289}">
      <dgm:prSet/>
      <dgm:spPr/>
      <dgm:t>
        <a:bodyPr/>
        <a:lstStyle/>
        <a:p>
          <a:endParaRPr lang="en-US"/>
        </a:p>
      </dgm:t>
    </dgm:pt>
    <dgm:pt modelId="{3FBDC686-07D2-4CC3-964F-06D7BB2F259B}" type="sibTrans" cxnId="{EBDE6BA8-9155-4E25-A5DF-8270AEA2B289}">
      <dgm:prSet/>
      <dgm:spPr/>
      <dgm:t>
        <a:bodyPr/>
        <a:lstStyle/>
        <a:p>
          <a:endParaRPr lang="en-US"/>
        </a:p>
      </dgm:t>
    </dgm:pt>
    <dgm:pt modelId="{7A631CF9-E14B-45C9-9641-235EA890DAF5}">
      <dgm:prSet/>
      <dgm:spPr/>
      <dgm:t>
        <a:bodyPr/>
        <a:lstStyle/>
        <a:p>
          <a:r>
            <a:rPr lang="en-US"/>
            <a:t>• Identify top platforms, campaigns &amp; content</a:t>
          </a:r>
        </a:p>
      </dgm:t>
    </dgm:pt>
    <dgm:pt modelId="{FE8FD94E-405E-4559-9F96-4B53DDED8C70}" type="parTrans" cxnId="{1AC98B5B-61CF-4F71-8F93-EF7D11D49057}">
      <dgm:prSet/>
      <dgm:spPr/>
      <dgm:t>
        <a:bodyPr/>
        <a:lstStyle/>
        <a:p>
          <a:endParaRPr lang="en-US"/>
        </a:p>
      </dgm:t>
    </dgm:pt>
    <dgm:pt modelId="{6B03C17D-9BAC-45A1-BA35-9E5530B25CED}" type="sibTrans" cxnId="{1AC98B5B-61CF-4F71-8F93-EF7D11D49057}">
      <dgm:prSet/>
      <dgm:spPr/>
      <dgm:t>
        <a:bodyPr/>
        <a:lstStyle/>
        <a:p>
          <a:endParaRPr lang="en-US"/>
        </a:p>
      </dgm:t>
    </dgm:pt>
    <dgm:pt modelId="{FD1694C1-7FA9-43D7-A576-680777F6090C}">
      <dgm:prSet/>
      <dgm:spPr/>
      <dgm:t>
        <a:bodyPr/>
        <a:lstStyle/>
        <a:p>
          <a:r>
            <a:rPr lang="en-US"/>
            <a:t>• Recommend data-backed strategies</a:t>
          </a:r>
        </a:p>
      </dgm:t>
    </dgm:pt>
    <dgm:pt modelId="{A366CEDA-162B-4528-9EF8-95CDA8311327}" type="parTrans" cxnId="{47D029A9-538C-4231-BE4D-9BA32E77AEFB}">
      <dgm:prSet/>
      <dgm:spPr/>
      <dgm:t>
        <a:bodyPr/>
        <a:lstStyle/>
        <a:p>
          <a:endParaRPr lang="en-US"/>
        </a:p>
      </dgm:t>
    </dgm:pt>
    <dgm:pt modelId="{6B437199-AE29-48F1-8A3F-DA5FC5F86748}" type="sibTrans" cxnId="{47D029A9-538C-4231-BE4D-9BA32E77AEFB}">
      <dgm:prSet/>
      <dgm:spPr/>
      <dgm:t>
        <a:bodyPr/>
        <a:lstStyle/>
        <a:p>
          <a:endParaRPr lang="en-US"/>
        </a:p>
      </dgm:t>
    </dgm:pt>
    <dgm:pt modelId="{C4140C82-0ABD-49BC-9AD3-74A38E013A44}" type="pres">
      <dgm:prSet presAssocID="{15226098-9933-4F20-A347-48D56DB06301}" presName="outerComposite" presStyleCnt="0">
        <dgm:presLayoutVars>
          <dgm:chMax val="5"/>
          <dgm:dir/>
          <dgm:resizeHandles val="exact"/>
        </dgm:presLayoutVars>
      </dgm:prSet>
      <dgm:spPr/>
    </dgm:pt>
    <dgm:pt modelId="{1B7FD335-E734-42B0-AE58-D2CD79D09000}" type="pres">
      <dgm:prSet presAssocID="{15226098-9933-4F20-A347-48D56DB06301}" presName="dummyMaxCanvas" presStyleCnt="0">
        <dgm:presLayoutVars/>
      </dgm:prSet>
      <dgm:spPr/>
    </dgm:pt>
    <dgm:pt modelId="{06AD7BDF-B3FC-4E8F-97E9-E4B9D97479AA}" type="pres">
      <dgm:prSet presAssocID="{15226098-9933-4F20-A347-48D56DB06301}" presName="ThreeNodes_1" presStyleLbl="node1" presStyleIdx="0" presStyleCnt="3">
        <dgm:presLayoutVars>
          <dgm:bulletEnabled val="1"/>
        </dgm:presLayoutVars>
      </dgm:prSet>
      <dgm:spPr/>
    </dgm:pt>
    <dgm:pt modelId="{ED22DD56-43CB-41EE-88C3-6B12785565F0}" type="pres">
      <dgm:prSet presAssocID="{15226098-9933-4F20-A347-48D56DB06301}" presName="ThreeNodes_2" presStyleLbl="node1" presStyleIdx="1" presStyleCnt="3">
        <dgm:presLayoutVars>
          <dgm:bulletEnabled val="1"/>
        </dgm:presLayoutVars>
      </dgm:prSet>
      <dgm:spPr/>
    </dgm:pt>
    <dgm:pt modelId="{13B79AA3-86C2-4C52-8215-3737C47AAE53}" type="pres">
      <dgm:prSet presAssocID="{15226098-9933-4F20-A347-48D56DB06301}" presName="ThreeNodes_3" presStyleLbl="node1" presStyleIdx="2" presStyleCnt="3">
        <dgm:presLayoutVars>
          <dgm:bulletEnabled val="1"/>
        </dgm:presLayoutVars>
      </dgm:prSet>
      <dgm:spPr/>
    </dgm:pt>
    <dgm:pt modelId="{D5A4B9D9-93A1-4673-9854-62FD03EED717}" type="pres">
      <dgm:prSet presAssocID="{15226098-9933-4F20-A347-48D56DB06301}" presName="ThreeConn_1-2" presStyleLbl="fgAccFollowNode1" presStyleIdx="0" presStyleCnt="2">
        <dgm:presLayoutVars>
          <dgm:bulletEnabled val="1"/>
        </dgm:presLayoutVars>
      </dgm:prSet>
      <dgm:spPr/>
    </dgm:pt>
    <dgm:pt modelId="{0546B7B6-DE87-44CC-9196-4412F5A97291}" type="pres">
      <dgm:prSet presAssocID="{15226098-9933-4F20-A347-48D56DB06301}" presName="ThreeConn_2-3" presStyleLbl="fgAccFollowNode1" presStyleIdx="1" presStyleCnt="2">
        <dgm:presLayoutVars>
          <dgm:bulletEnabled val="1"/>
        </dgm:presLayoutVars>
      </dgm:prSet>
      <dgm:spPr/>
    </dgm:pt>
    <dgm:pt modelId="{EC748679-A283-4B97-9BE6-B38235AD6EA3}" type="pres">
      <dgm:prSet presAssocID="{15226098-9933-4F20-A347-48D56DB06301}" presName="ThreeNodes_1_text" presStyleLbl="node1" presStyleIdx="2" presStyleCnt="3">
        <dgm:presLayoutVars>
          <dgm:bulletEnabled val="1"/>
        </dgm:presLayoutVars>
      </dgm:prSet>
      <dgm:spPr/>
    </dgm:pt>
    <dgm:pt modelId="{2568C64A-A47C-429B-834A-1EF3BEF985FF}" type="pres">
      <dgm:prSet presAssocID="{15226098-9933-4F20-A347-48D56DB06301}" presName="ThreeNodes_2_text" presStyleLbl="node1" presStyleIdx="2" presStyleCnt="3">
        <dgm:presLayoutVars>
          <dgm:bulletEnabled val="1"/>
        </dgm:presLayoutVars>
      </dgm:prSet>
      <dgm:spPr/>
    </dgm:pt>
    <dgm:pt modelId="{3754C34E-0E7B-4732-855B-1D7B36F4C7B8}" type="pres">
      <dgm:prSet presAssocID="{15226098-9933-4F20-A347-48D56DB0630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501B920-B430-4A50-AEE7-3427985BFAED}" type="presOf" srcId="{F82A9CDA-41D5-4BC8-890A-C8136D99E134}" destId="{06AD7BDF-B3FC-4E8F-97E9-E4B9D97479AA}" srcOrd="0" destOrd="0" presId="urn:microsoft.com/office/officeart/2005/8/layout/vProcess5"/>
    <dgm:cxn modelId="{8DAFBF22-3FD4-4690-AC61-D9CB98B525C5}" type="presOf" srcId="{FD1694C1-7FA9-43D7-A576-680777F6090C}" destId="{13B79AA3-86C2-4C52-8215-3737C47AAE53}" srcOrd="0" destOrd="0" presId="urn:microsoft.com/office/officeart/2005/8/layout/vProcess5"/>
    <dgm:cxn modelId="{06F8D033-53BA-4EDE-94D8-E6ABDA54D6BD}" type="presOf" srcId="{FD1694C1-7FA9-43D7-A576-680777F6090C}" destId="{3754C34E-0E7B-4732-855B-1D7B36F4C7B8}" srcOrd="1" destOrd="0" presId="urn:microsoft.com/office/officeart/2005/8/layout/vProcess5"/>
    <dgm:cxn modelId="{1AC98B5B-61CF-4F71-8F93-EF7D11D49057}" srcId="{15226098-9933-4F20-A347-48D56DB06301}" destId="{7A631CF9-E14B-45C9-9641-235EA890DAF5}" srcOrd="1" destOrd="0" parTransId="{FE8FD94E-405E-4559-9F96-4B53DDED8C70}" sibTransId="{6B03C17D-9BAC-45A1-BA35-9E5530B25CED}"/>
    <dgm:cxn modelId="{0B70036B-E87D-4BA8-9EF9-6EC739C8E8E1}" type="presOf" srcId="{6B03C17D-9BAC-45A1-BA35-9E5530B25CED}" destId="{0546B7B6-DE87-44CC-9196-4412F5A97291}" srcOrd="0" destOrd="0" presId="urn:microsoft.com/office/officeart/2005/8/layout/vProcess5"/>
    <dgm:cxn modelId="{C074E877-4911-4B1C-BF1A-DB85E46E0D7E}" type="presOf" srcId="{3FBDC686-07D2-4CC3-964F-06D7BB2F259B}" destId="{D5A4B9D9-93A1-4673-9854-62FD03EED717}" srcOrd="0" destOrd="0" presId="urn:microsoft.com/office/officeart/2005/8/layout/vProcess5"/>
    <dgm:cxn modelId="{6B2A0C58-27EE-4920-A69A-8883422818BF}" type="presOf" srcId="{7A631CF9-E14B-45C9-9641-235EA890DAF5}" destId="{2568C64A-A47C-429B-834A-1EF3BEF985FF}" srcOrd="1" destOrd="0" presId="urn:microsoft.com/office/officeart/2005/8/layout/vProcess5"/>
    <dgm:cxn modelId="{AF407BA6-779D-48EF-8405-510D63D7BABB}" type="presOf" srcId="{15226098-9933-4F20-A347-48D56DB06301}" destId="{C4140C82-0ABD-49BC-9AD3-74A38E013A44}" srcOrd="0" destOrd="0" presId="urn:microsoft.com/office/officeart/2005/8/layout/vProcess5"/>
    <dgm:cxn modelId="{EBDE6BA8-9155-4E25-A5DF-8270AEA2B289}" srcId="{15226098-9933-4F20-A347-48D56DB06301}" destId="{F82A9CDA-41D5-4BC8-890A-C8136D99E134}" srcOrd="0" destOrd="0" parTransId="{0B7BD9CC-748C-4DE7-A103-B34136C720A5}" sibTransId="{3FBDC686-07D2-4CC3-964F-06D7BB2F259B}"/>
    <dgm:cxn modelId="{47D029A9-538C-4231-BE4D-9BA32E77AEFB}" srcId="{15226098-9933-4F20-A347-48D56DB06301}" destId="{FD1694C1-7FA9-43D7-A576-680777F6090C}" srcOrd="2" destOrd="0" parTransId="{A366CEDA-162B-4528-9EF8-95CDA8311327}" sibTransId="{6B437199-AE29-48F1-8A3F-DA5FC5F86748}"/>
    <dgm:cxn modelId="{506129E0-7100-414A-98DD-F8B58AAD69C8}" type="presOf" srcId="{F82A9CDA-41D5-4BC8-890A-C8136D99E134}" destId="{EC748679-A283-4B97-9BE6-B38235AD6EA3}" srcOrd="1" destOrd="0" presId="urn:microsoft.com/office/officeart/2005/8/layout/vProcess5"/>
    <dgm:cxn modelId="{1327B8F9-AA1B-47E1-A07D-FE3992EBCD1E}" type="presOf" srcId="{7A631CF9-E14B-45C9-9641-235EA890DAF5}" destId="{ED22DD56-43CB-41EE-88C3-6B12785565F0}" srcOrd="0" destOrd="0" presId="urn:microsoft.com/office/officeart/2005/8/layout/vProcess5"/>
    <dgm:cxn modelId="{32E77E3C-86B0-4251-B603-01FF7BB7C65B}" type="presParOf" srcId="{C4140C82-0ABD-49BC-9AD3-74A38E013A44}" destId="{1B7FD335-E734-42B0-AE58-D2CD79D09000}" srcOrd="0" destOrd="0" presId="urn:microsoft.com/office/officeart/2005/8/layout/vProcess5"/>
    <dgm:cxn modelId="{69BBC205-80FD-4EDC-A364-657712227EBB}" type="presParOf" srcId="{C4140C82-0ABD-49BC-9AD3-74A38E013A44}" destId="{06AD7BDF-B3FC-4E8F-97E9-E4B9D97479AA}" srcOrd="1" destOrd="0" presId="urn:microsoft.com/office/officeart/2005/8/layout/vProcess5"/>
    <dgm:cxn modelId="{3BAC0278-D176-4FA3-8E78-F9DD694F617A}" type="presParOf" srcId="{C4140C82-0ABD-49BC-9AD3-74A38E013A44}" destId="{ED22DD56-43CB-41EE-88C3-6B12785565F0}" srcOrd="2" destOrd="0" presId="urn:microsoft.com/office/officeart/2005/8/layout/vProcess5"/>
    <dgm:cxn modelId="{EA92014D-4A79-46A8-846C-5F6D0FB4832B}" type="presParOf" srcId="{C4140C82-0ABD-49BC-9AD3-74A38E013A44}" destId="{13B79AA3-86C2-4C52-8215-3737C47AAE53}" srcOrd="3" destOrd="0" presId="urn:microsoft.com/office/officeart/2005/8/layout/vProcess5"/>
    <dgm:cxn modelId="{1698C65B-5C77-4290-9169-6A468345D496}" type="presParOf" srcId="{C4140C82-0ABD-49BC-9AD3-74A38E013A44}" destId="{D5A4B9D9-93A1-4673-9854-62FD03EED717}" srcOrd="4" destOrd="0" presId="urn:microsoft.com/office/officeart/2005/8/layout/vProcess5"/>
    <dgm:cxn modelId="{717B0CFF-403B-4B0C-8619-3A496615F6E9}" type="presParOf" srcId="{C4140C82-0ABD-49BC-9AD3-74A38E013A44}" destId="{0546B7B6-DE87-44CC-9196-4412F5A97291}" srcOrd="5" destOrd="0" presId="urn:microsoft.com/office/officeart/2005/8/layout/vProcess5"/>
    <dgm:cxn modelId="{C1731D82-73ED-405C-948B-FBAB90B19BB9}" type="presParOf" srcId="{C4140C82-0ABD-49BC-9AD3-74A38E013A44}" destId="{EC748679-A283-4B97-9BE6-B38235AD6EA3}" srcOrd="6" destOrd="0" presId="urn:microsoft.com/office/officeart/2005/8/layout/vProcess5"/>
    <dgm:cxn modelId="{35D79973-B052-4F37-8656-E0D3D64F671F}" type="presParOf" srcId="{C4140C82-0ABD-49BC-9AD3-74A38E013A44}" destId="{2568C64A-A47C-429B-834A-1EF3BEF985FF}" srcOrd="7" destOrd="0" presId="urn:microsoft.com/office/officeart/2005/8/layout/vProcess5"/>
    <dgm:cxn modelId="{3788B10D-A3CB-4CD1-BC63-18C2C594E009}" type="presParOf" srcId="{C4140C82-0ABD-49BC-9AD3-74A38E013A44}" destId="{3754C34E-0E7B-4732-855B-1D7B36F4C7B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A18221-5D92-4E79-B8C8-E2FABE4B69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BDDC34-70F9-4A70-BFE2-7629EBF2CDEC}">
      <dgm:prSet/>
      <dgm:spPr/>
      <dgm:t>
        <a:bodyPr/>
        <a:lstStyle/>
        <a:p>
          <a:r>
            <a:rPr lang="en-US"/>
            <a:t>• Highest avg clicks: #MyntraTrend</a:t>
          </a:r>
        </a:p>
      </dgm:t>
    </dgm:pt>
    <dgm:pt modelId="{179CE202-79F2-495B-913B-5EEA412ECFC0}" type="parTrans" cxnId="{8C4A0E2D-B238-425C-9C1E-33F260E50B6C}">
      <dgm:prSet/>
      <dgm:spPr/>
      <dgm:t>
        <a:bodyPr/>
        <a:lstStyle/>
        <a:p>
          <a:endParaRPr lang="en-US"/>
        </a:p>
      </dgm:t>
    </dgm:pt>
    <dgm:pt modelId="{EB3E2C9B-612E-48DD-BD23-00B3FB996666}" type="sibTrans" cxnId="{8C4A0E2D-B238-425C-9C1E-33F260E50B6C}">
      <dgm:prSet/>
      <dgm:spPr/>
      <dgm:t>
        <a:bodyPr/>
        <a:lstStyle/>
        <a:p>
          <a:endParaRPr lang="en-US"/>
        </a:p>
      </dgm:t>
    </dgm:pt>
    <dgm:pt modelId="{0C4912A2-A8A1-484B-8DD6-67A2A404D16F}">
      <dgm:prSet/>
      <dgm:spPr/>
      <dgm:t>
        <a:bodyPr/>
        <a:lstStyle/>
        <a:p>
          <a:r>
            <a:rPr lang="en-US" dirty="0"/>
            <a:t>• Most used Hashtag: #StyleWithMyntra</a:t>
          </a:r>
        </a:p>
      </dgm:t>
    </dgm:pt>
    <dgm:pt modelId="{E3F6F7E5-E463-412D-B1A8-08CEBAFC7B03}" type="parTrans" cxnId="{1CF2E594-2545-456B-860D-D8365E8A9655}">
      <dgm:prSet/>
      <dgm:spPr/>
      <dgm:t>
        <a:bodyPr/>
        <a:lstStyle/>
        <a:p>
          <a:endParaRPr lang="en-US"/>
        </a:p>
      </dgm:t>
    </dgm:pt>
    <dgm:pt modelId="{33288C78-BEC4-4C5E-B10A-6867CCF63B0F}" type="sibTrans" cxnId="{1CF2E594-2545-456B-860D-D8365E8A9655}">
      <dgm:prSet/>
      <dgm:spPr/>
      <dgm:t>
        <a:bodyPr/>
        <a:lstStyle/>
        <a:p>
          <a:endParaRPr lang="en-US"/>
        </a:p>
      </dgm:t>
    </dgm:pt>
    <dgm:pt modelId="{9AF1EBFC-B464-4264-9077-0DB4F7F384E2}">
      <dgm:prSet/>
      <dgm:spPr/>
      <dgm:t>
        <a:bodyPr/>
        <a:lstStyle/>
        <a:p>
          <a:r>
            <a:rPr lang="en-US" dirty="0"/>
            <a:t>• Hashtag with highest engagement :                         #MyntraSale</a:t>
          </a:r>
        </a:p>
      </dgm:t>
    </dgm:pt>
    <dgm:pt modelId="{CB32FCF0-24F5-481B-A878-675B9ACF92A4}" type="parTrans" cxnId="{67285AA6-7013-4871-94B1-B319622FAC4E}">
      <dgm:prSet/>
      <dgm:spPr/>
      <dgm:t>
        <a:bodyPr/>
        <a:lstStyle/>
        <a:p>
          <a:endParaRPr lang="en-US"/>
        </a:p>
      </dgm:t>
    </dgm:pt>
    <dgm:pt modelId="{B6D457AB-07E6-49DA-86AB-83B2F43560C4}" type="sibTrans" cxnId="{67285AA6-7013-4871-94B1-B319622FAC4E}">
      <dgm:prSet/>
      <dgm:spPr/>
      <dgm:t>
        <a:bodyPr/>
        <a:lstStyle/>
        <a:p>
          <a:endParaRPr lang="en-US"/>
        </a:p>
      </dgm:t>
    </dgm:pt>
    <dgm:pt modelId="{0AC2B2E8-B22E-4CA0-8BB3-A50940C8F151}" type="pres">
      <dgm:prSet presAssocID="{0DA18221-5D92-4E79-B8C8-E2FABE4B69C7}" presName="root" presStyleCnt="0">
        <dgm:presLayoutVars>
          <dgm:dir/>
          <dgm:resizeHandles val="exact"/>
        </dgm:presLayoutVars>
      </dgm:prSet>
      <dgm:spPr/>
    </dgm:pt>
    <dgm:pt modelId="{CF702C86-4368-4D1E-9E73-760F37F62CF3}" type="pres">
      <dgm:prSet presAssocID="{C0BDDC34-70F9-4A70-BFE2-7629EBF2CDEC}" presName="compNode" presStyleCnt="0"/>
      <dgm:spPr/>
    </dgm:pt>
    <dgm:pt modelId="{D1A2BBB1-F043-43C2-836C-2313D46BB1DD}" type="pres">
      <dgm:prSet presAssocID="{C0BDDC34-70F9-4A70-BFE2-7629EBF2CDEC}" presName="bgRect" presStyleLbl="bgShp" presStyleIdx="0" presStyleCnt="3"/>
      <dgm:spPr/>
    </dgm:pt>
    <dgm:pt modelId="{CFCF1DEF-359E-4B67-9F7F-69078483398C}" type="pres">
      <dgm:prSet presAssocID="{C0BDDC34-70F9-4A70-BFE2-7629EBF2CD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EF401CCE-44F1-4AC0-ACF2-3C8905538574}" type="pres">
      <dgm:prSet presAssocID="{C0BDDC34-70F9-4A70-BFE2-7629EBF2CDEC}" presName="spaceRect" presStyleCnt="0"/>
      <dgm:spPr/>
    </dgm:pt>
    <dgm:pt modelId="{E9F39B7B-3AD5-401C-A85A-CFC59B80EF80}" type="pres">
      <dgm:prSet presAssocID="{C0BDDC34-70F9-4A70-BFE2-7629EBF2CDEC}" presName="parTx" presStyleLbl="revTx" presStyleIdx="0" presStyleCnt="3">
        <dgm:presLayoutVars>
          <dgm:chMax val="0"/>
          <dgm:chPref val="0"/>
        </dgm:presLayoutVars>
      </dgm:prSet>
      <dgm:spPr/>
    </dgm:pt>
    <dgm:pt modelId="{32D0C371-9C96-4A3A-8840-B586E34FE2BE}" type="pres">
      <dgm:prSet presAssocID="{EB3E2C9B-612E-48DD-BD23-00B3FB996666}" presName="sibTrans" presStyleCnt="0"/>
      <dgm:spPr/>
    </dgm:pt>
    <dgm:pt modelId="{BD4FBAAE-BFD7-45C4-8F9B-C7688567DDE7}" type="pres">
      <dgm:prSet presAssocID="{0C4912A2-A8A1-484B-8DD6-67A2A404D16F}" presName="compNode" presStyleCnt="0"/>
      <dgm:spPr/>
    </dgm:pt>
    <dgm:pt modelId="{53270209-4734-4A6D-8212-F57569EB63D6}" type="pres">
      <dgm:prSet presAssocID="{0C4912A2-A8A1-484B-8DD6-67A2A404D16F}" presName="bgRect" presStyleLbl="bgShp" presStyleIdx="1" presStyleCnt="3"/>
      <dgm:spPr/>
    </dgm:pt>
    <dgm:pt modelId="{45DBA3DF-04FC-4201-A528-B76B39CBA309}" type="pres">
      <dgm:prSet presAssocID="{0C4912A2-A8A1-484B-8DD6-67A2A404D1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kler"/>
        </a:ext>
      </dgm:extLst>
    </dgm:pt>
    <dgm:pt modelId="{F30A1F23-53E0-4E8B-9DF6-5EDAE4FC4625}" type="pres">
      <dgm:prSet presAssocID="{0C4912A2-A8A1-484B-8DD6-67A2A404D16F}" presName="spaceRect" presStyleCnt="0"/>
      <dgm:spPr/>
    </dgm:pt>
    <dgm:pt modelId="{26FAB812-4771-4ED4-AEFD-7200B6C27127}" type="pres">
      <dgm:prSet presAssocID="{0C4912A2-A8A1-484B-8DD6-67A2A404D16F}" presName="parTx" presStyleLbl="revTx" presStyleIdx="1" presStyleCnt="3">
        <dgm:presLayoutVars>
          <dgm:chMax val="0"/>
          <dgm:chPref val="0"/>
        </dgm:presLayoutVars>
      </dgm:prSet>
      <dgm:spPr/>
    </dgm:pt>
    <dgm:pt modelId="{32CBCF34-BFC8-4281-97D6-DBF58683483E}" type="pres">
      <dgm:prSet presAssocID="{33288C78-BEC4-4C5E-B10A-6867CCF63B0F}" presName="sibTrans" presStyleCnt="0"/>
      <dgm:spPr/>
    </dgm:pt>
    <dgm:pt modelId="{2E86E06E-3E38-4043-8BB1-FA78557CC2C2}" type="pres">
      <dgm:prSet presAssocID="{9AF1EBFC-B464-4264-9077-0DB4F7F384E2}" presName="compNode" presStyleCnt="0"/>
      <dgm:spPr/>
    </dgm:pt>
    <dgm:pt modelId="{5EFD0C77-EA9F-4C28-86B1-94335BD0C64F}" type="pres">
      <dgm:prSet presAssocID="{9AF1EBFC-B464-4264-9077-0DB4F7F384E2}" presName="bgRect" presStyleLbl="bgShp" presStyleIdx="2" presStyleCnt="3"/>
      <dgm:spPr/>
    </dgm:pt>
    <dgm:pt modelId="{FF0C6554-A8F1-4CE0-87F7-9F882D732C57}" type="pres">
      <dgm:prSet presAssocID="{9AF1EBFC-B464-4264-9077-0DB4F7F384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44449077-EBA4-4FD4-8D52-820577482421}" type="pres">
      <dgm:prSet presAssocID="{9AF1EBFC-B464-4264-9077-0DB4F7F384E2}" presName="spaceRect" presStyleCnt="0"/>
      <dgm:spPr/>
    </dgm:pt>
    <dgm:pt modelId="{4B5BD745-68D4-427A-98A5-C9081B42260B}" type="pres">
      <dgm:prSet presAssocID="{9AF1EBFC-B464-4264-9077-0DB4F7F384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E4A9406-324F-428A-B15D-C86E79CBA31D}" type="presOf" srcId="{0C4912A2-A8A1-484B-8DD6-67A2A404D16F}" destId="{26FAB812-4771-4ED4-AEFD-7200B6C27127}" srcOrd="0" destOrd="0" presId="urn:microsoft.com/office/officeart/2018/2/layout/IconVerticalSolidList"/>
    <dgm:cxn modelId="{49C66A21-D4B0-4EB4-833E-2572954773AE}" type="presOf" srcId="{C0BDDC34-70F9-4A70-BFE2-7629EBF2CDEC}" destId="{E9F39B7B-3AD5-401C-A85A-CFC59B80EF80}" srcOrd="0" destOrd="0" presId="urn:microsoft.com/office/officeart/2018/2/layout/IconVerticalSolidList"/>
    <dgm:cxn modelId="{8C4A0E2D-B238-425C-9C1E-33F260E50B6C}" srcId="{0DA18221-5D92-4E79-B8C8-E2FABE4B69C7}" destId="{C0BDDC34-70F9-4A70-BFE2-7629EBF2CDEC}" srcOrd="0" destOrd="0" parTransId="{179CE202-79F2-495B-913B-5EEA412ECFC0}" sibTransId="{EB3E2C9B-612E-48DD-BD23-00B3FB996666}"/>
    <dgm:cxn modelId="{1CF2E594-2545-456B-860D-D8365E8A9655}" srcId="{0DA18221-5D92-4E79-B8C8-E2FABE4B69C7}" destId="{0C4912A2-A8A1-484B-8DD6-67A2A404D16F}" srcOrd="1" destOrd="0" parTransId="{E3F6F7E5-E463-412D-B1A8-08CEBAFC7B03}" sibTransId="{33288C78-BEC4-4C5E-B10A-6867CCF63B0F}"/>
    <dgm:cxn modelId="{67285AA6-7013-4871-94B1-B319622FAC4E}" srcId="{0DA18221-5D92-4E79-B8C8-E2FABE4B69C7}" destId="{9AF1EBFC-B464-4264-9077-0DB4F7F384E2}" srcOrd="2" destOrd="0" parTransId="{CB32FCF0-24F5-481B-A878-675B9ACF92A4}" sibTransId="{B6D457AB-07E6-49DA-86AB-83B2F43560C4}"/>
    <dgm:cxn modelId="{4AA5A6F4-DE8D-451C-B68B-539E4CF8B13D}" type="presOf" srcId="{0DA18221-5D92-4E79-B8C8-E2FABE4B69C7}" destId="{0AC2B2E8-B22E-4CA0-8BB3-A50940C8F151}" srcOrd="0" destOrd="0" presId="urn:microsoft.com/office/officeart/2018/2/layout/IconVerticalSolidList"/>
    <dgm:cxn modelId="{601C19F8-1A44-4B4C-8DDD-22981A5E0314}" type="presOf" srcId="{9AF1EBFC-B464-4264-9077-0DB4F7F384E2}" destId="{4B5BD745-68D4-427A-98A5-C9081B42260B}" srcOrd="0" destOrd="0" presId="urn:microsoft.com/office/officeart/2018/2/layout/IconVerticalSolidList"/>
    <dgm:cxn modelId="{EA88CA8B-786A-4505-9368-CC3E15C66AB5}" type="presParOf" srcId="{0AC2B2E8-B22E-4CA0-8BB3-A50940C8F151}" destId="{CF702C86-4368-4D1E-9E73-760F37F62CF3}" srcOrd="0" destOrd="0" presId="urn:microsoft.com/office/officeart/2018/2/layout/IconVerticalSolidList"/>
    <dgm:cxn modelId="{C21D7433-CFA9-4202-8CC3-E7B92AAE0E20}" type="presParOf" srcId="{CF702C86-4368-4D1E-9E73-760F37F62CF3}" destId="{D1A2BBB1-F043-43C2-836C-2313D46BB1DD}" srcOrd="0" destOrd="0" presId="urn:microsoft.com/office/officeart/2018/2/layout/IconVerticalSolidList"/>
    <dgm:cxn modelId="{A51591AA-F6ED-4826-991A-C104B941FF00}" type="presParOf" srcId="{CF702C86-4368-4D1E-9E73-760F37F62CF3}" destId="{CFCF1DEF-359E-4B67-9F7F-69078483398C}" srcOrd="1" destOrd="0" presId="urn:microsoft.com/office/officeart/2018/2/layout/IconVerticalSolidList"/>
    <dgm:cxn modelId="{4A917AE8-7D27-45F9-833C-165B2E7B030F}" type="presParOf" srcId="{CF702C86-4368-4D1E-9E73-760F37F62CF3}" destId="{EF401CCE-44F1-4AC0-ACF2-3C8905538574}" srcOrd="2" destOrd="0" presId="urn:microsoft.com/office/officeart/2018/2/layout/IconVerticalSolidList"/>
    <dgm:cxn modelId="{6FDB45A6-7A96-4498-9EBB-05617A777EF4}" type="presParOf" srcId="{CF702C86-4368-4D1E-9E73-760F37F62CF3}" destId="{E9F39B7B-3AD5-401C-A85A-CFC59B80EF80}" srcOrd="3" destOrd="0" presId="urn:microsoft.com/office/officeart/2018/2/layout/IconVerticalSolidList"/>
    <dgm:cxn modelId="{7027C7F2-F4F0-42C3-84A8-2F8A5FC3B540}" type="presParOf" srcId="{0AC2B2E8-B22E-4CA0-8BB3-A50940C8F151}" destId="{32D0C371-9C96-4A3A-8840-B586E34FE2BE}" srcOrd="1" destOrd="0" presId="urn:microsoft.com/office/officeart/2018/2/layout/IconVerticalSolidList"/>
    <dgm:cxn modelId="{9133CF3A-4F9C-4154-9FA1-4350466EE31F}" type="presParOf" srcId="{0AC2B2E8-B22E-4CA0-8BB3-A50940C8F151}" destId="{BD4FBAAE-BFD7-45C4-8F9B-C7688567DDE7}" srcOrd="2" destOrd="0" presId="urn:microsoft.com/office/officeart/2018/2/layout/IconVerticalSolidList"/>
    <dgm:cxn modelId="{33889FFB-1E7C-4B22-BC4F-0862CF301E21}" type="presParOf" srcId="{BD4FBAAE-BFD7-45C4-8F9B-C7688567DDE7}" destId="{53270209-4734-4A6D-8212-F57569EB63D6}" srcOrd="0" destOrd="0" presId="urn:microsoft.com/office/officeart/2018/2/layout/IconVerticalSolidList"/>
    <dgm:cxn modelId="{BE1665DB-8DCA-42BE-8705-F799FA732F61}" type="presParOf" srcId="{BD4FBAAE-BFD7-45C4-8F9B-C7688567DDE7}" destId="{45DBA3DF-04FC-4201-A528-B76B39CBA309}" srcOrd="1" destOrd="0" presId="urn:microsoft.com/office/officeart/2018/2/layout/IconVerticalSolidList"/>
    <dgm:cxn modelId="{8C33B97F-7C1C-449D-AC94-52327F7A0742}" type="presParOf" srcId="{BD4FBAAE-BFD7-45C4-8F9B-C7688567DDE7}" destId="{F30A1F23-53E0-4E8B-9DF6-5EDAE4FC4625}" srcOrd="2" destOrd="0" presId="urn:microsoft.com/office/officeart/2018/2/layout/IconVerticalSolidList"/>
    <dgm:cxn modelId="{7225C7ED-9FB2-4AF3-B256-F4812FFE6E76}" type="presParOf" srcId="{BD4FBAAE-BFD7-45C4-8F9B-C7688567DDE7}" destId="{26FAB812-4771-4ED4-AEFD-7200B6C27127}" srcOrd="3" destOrd="0" presId="urn:microsoft.com/office/officeart/2018/2/layout/IconVerticalSolidList"/>
    <dgm:cxn modelId="{B875A32F-9474-4B2C-B8CC-990D4080D6E8}" type="presParOf" srcId="{0AC2B2E8-B22E-4CA0-8BB3-A50940C8F151}" destId="{32CBCF34-BFC8-4281-97D6-DBF58683483E}" srcOrd="3" destOrd="0" presId="urn:microsoft.com/office/officeart/2018/2/layout/IconVerticalSolidList"/>
    <dgm:cxn modelId="{F98EDC58-5C80-4E40-A85E-65557D4830D1}" type="presParOf" srcId="{0AC2B2E8-B22E-4CA0-8BB3-A50940C8F151}" destId="{2E86E06E-3E38-4043-8BB1-FA78557CC2C2}" srcOrd="4" destOrd="0" presId="urn:microsoft.com/office/officeart/2018/2/layout/IconVerticalSolidList"/>
    <dgm:cxn modelId="{2E567666-AD70-4FF9-8003-0B8E67B4A896}" type="presParOf" srcId="{2E86E06E-3E38-4043-8BB1-FA78557CC2C2}" destId="{5EFD0C77-EA9F-4C28-86B1-94335BD0C64F}" srcOrd="0" destOrd="0" presId="urn:microsoft.com/office/officeart/2018/2/layout/IconVerticalSolidList"/>
    <dgm:cxn modelId="{152E4C92-FA2A-4E99-81A2-880DEF0C2FF7}" type="presParOf" srcId="{2E86E06E-3E38-4043-8BB1-FA78557CC2C2}" destId="{FF0C6554-A8F1-4CE0-87F7-9F882D732C57}" srcOrd="1" destOrd="0" presId="urn:microsoft.com/office/officeart/2018/2/layout/IconVerticalSolidList"/>
    <dgm:cxn modelId="{3A24768C-D8DA-4B11-9733-A75DA4C45761}" type="presParOf" srcId="{2E86E06E-3E38-4043-8BB1-FA78557CC2C2}" destId="{44449077-EBA4-4FD4-8D52-820577482421}" srcOrd="2" destOrd="0" presId="urn:microsoft.com/office/officeart/2018/2/layout/IconVerticalSolidList"/>
    <dgm:cxn modelId="{FADA1955-40E9-4CEE-B9EE-D1823B9774A7}" type="presParOf" srcId="{2E86E06E-3E38-4043-8BB1-FA78557CC2C2}" destId="{4B5BD745-68D4-427A-98A5-C9081B4226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AEE860-46AD-4991-B310-F03C06F7675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BAE76F-872E-464A-A21B-EA95D93CDB2C}">
      <dgm:prSet/>
      <dgm:spPr/>
      <dgm:t>
        <a:bodyPr/>
        <a:lstStyle/>
        <a:p>
          <a:r>
            <a:rPr lang="en-US"/>
            <a:t>• Highest engagement rate: Instagram</a:t>
          </a:r>
        </a:p>
      </dgm:t>
    </dgm:pt>
    <dgm:pt modelId="{B4419625-5AF5-4275-A7A8-9A65A980B31B}" type="parTrans" cxnId="{F2F54088-1620-4BCC-AFA9-EF5C18A9301E}">
      <dgm:prSet/>
      <dgm:spPr/>
      <dgm:t>
        <a:bodyPr/>
        <a:lstStyle/>
        <a:p>
          <a:endParaRPr lang="en-US"/>
        </a:p>
      </dgm:t>
    </dgm:pt>
    <dgm:pt modelId="{706D3CF2-6C1E-44AD-8C2F-E1743A444C20}" type="sibTrans" cxnId="{F2F54088-1620-4BCC-AFA9-EF5C18A9301E}">
      <dgm:prSet/>
      <dgm:spPr/>
      <dgm:t>
        <a:bodyPr/>
        <a:lstStyle/>
        <a:p>
          <a:endParaRPr lang="en-US"/>
        </a:p>
      </dgm:t>
    </dgm:pt>
    <dgm:pt modelId="{207CF3FA-4781-43DC-9328-FBE40A9A74F2}">
      <dgm:prSet/>
      <dgm:spPr/>
      <dgm:t>
        <a:bodyPr/>
        <a:lstStyle/>
        <a:p>
          <a:r>
            <a:rPr lang="en-US"/>
            <a:t>• Highest follower growth: Twitter</a:t>
          </a:r>
        </a:p>
      </dgm:t>
    </dgm:pt>
    <dgm:pt modelId="{CBD1B434-18C9-4139-A61E-1A2815FB1112}" type="parTrans" cxnId="{3D6B95CE-6E8C-464B-86BC-492D7CDB8825}">
      <dgm:prSet/>
      <dgm:spPr/>
      <dgm:t>
        <a:bodyPr/>
        <a:lstStyle/>
        <a:p>
          <a:endParaRPr lang="en-US"/>
        </a:p>
      </dgm:t>
    </dgm:pt>
    <dgm:pt modelId="{EEC9EE76-4786-4DD0-95E1-21666CD11661}" type="sibTrans" cxnId="{3D6B95CE-6E8C-464B-86BC-492D7CDB8825}">
      <dgm:prSet/>
      <dgm:spPr/>
      <dgm:t>
        <a:bodyPr/>
        <a:lstStyle/>
        <a:p>
          <a:endParaRPr lang="en-US"/>
        </a:p>
      </dgm:t>
    </dgm:pt>
    <dgm:pt modelId="{D2DB310D-32AF-4C6E-81C7-6337237ACB34}">
      <dgm:prSet/>
      <dgm:spPr/>
      <dgm:t>
        <a:bodyPr/>
        <a:lstStyle/>
        <a:p>
          <a:r>
            <a:rPr lang="en-US"/>
            <a:t>• Best ROI: Instagram &amp; Twitter</a:t>
          </a:r>
        </a:p>
      </dgm:t>
    </dgm:pt>
    <dgm:pt modelId="{422C254E-BE7F-4139-89BC-54A02643B5B3}" type="parTrans" cxnId="{6DB27518-9D14-407A-B53D-E592EE9F4563}">
      <dgm:prSet/>
      <dgm:spPr/>
      <dgm:t>
        <a:bodyPr/>
        <a:lstStyle/>
        <a:p>
          <a:endParaRPr lang="en-US"/>
        </a:p>
      </dgm:t>
    </dgm:pt>
    <dgm:pt modelId="{FB814AC4-4586-4770-BA7F-24957716A607}" type="sibTrans" cxnId="{6DB27518-9D14-407A-B53D-E592EE9F4563}">
      <dgm:prSet/>
      <dgm:spPr/>
      <dgm:t>
        <a:bodyPr/>
        <a:lstStyle/>
        <a:p>
          <a:endParaRPr lang="en-US"/>
        </a:p>
      </dgm:t>
    </dgm:pt>
    <dgm:pt modelId="{89062D0C-C584-404A-99E9-DFF8A6128589}">
      <dgm:prSet/>
      <dgm:spPr/>
      <dgm:t>
        <a:bodyPr/>
        <a:lstStyle/>
        <a:p>
          <a:r>
            <a:rPr lang="en-US"/>
            <a:t>• Instagram shows recent follower surge</a:t>
          </a:r>
        </a:p>
      </dgm:t>
    </dgm:pt>
    <dgm:pt modelId="{05B71B42-8552-4BAE-9D0A-D05FB5C72869}" type="parTrans" cxnId="{F9FA197C-D1B3-4406-A748-98E8A0AA852D}">
      <dgm:prSet/>
      <dgm:spPr/>
      <dgm:t>
        <a:bodyPr/>
        <a:lstStyle/>
        <a:p>
          <a:endParaRPr lang="en-US"/>
        </a:p>
      </dgm:t>
    </dgm:pt>
    <dgm:pt modelId="{9C27144B-D77F-4DCA-A379-A5C066082979}" type="sibTrans" cxnId="{F9FA197C-D1B3-4406-A748-98E8A0AA852D}">
      <dgm:prSet/>
      <dgm:spPr/>
      <dgm:t>
        <a:bodyPr/>
        <a:lstStyle/>
        <a:p>
          <a:endParaRPr lang="en-US"/>
        </a:p>
      </dgm:t>
    </dgm:pt>
    <dgm:pt modelId="{94114C9F-EB72-4973-A87E-D13C9A2D7586}" type="pres">
      <dgm:prSet presAssocID="{21AEE860-46AD-4991-B310-F03C06F7675A}" presName="outerComposite" presStyleCnt="0">
        <dgm:presLayoutVars>
          <dgm:chMax val="5"/>
          <dgm:dir/>
          <dgm:resizeHandles val="exact"/>
        </dgm:presLayoutVars>
      </dgm:prSet>
      <dgm:spPr/>
    </dgm:pt>
    <dgm:pt modelId="{AF300EBB-655B-4FE1-89A9-F4B3F68E44F1}" type="pres">
      <dgm:prSet presAssocID="{21AEE860-46AD-4991-B310-F03C06F7675A}" presName="dummyMaxCanvas" presStyleCnt="0">
        <dgm:presLayoutVars/>
      </dgm:prSet>
      <dgm:spPr/>
    </dgm:pt>
    <dgm:pt modelId="{7FD63ECF-5484-4E5E-BD30-F14243DA152A}" type="pres">
      <dgm:prSet presAssocID="{21AEE860-46AD-4991-B310-F03C06F7675A}" presName="FourNodes_1" presStyleLbl="node1" presStyleIdx="0" presStyleCnt="4">
        <dgm:presLayoutVars>
          <dgm:bulletEnabled val="1"/>
        </dgm:presLayoutVars>
      </dgm:prSet>
      <dgm:spPr/>
    </dgm:pt>
    <dgm:pt modelId="{69286974-2D7B-424F-8F0A-C8FB3CC2134D}" type="pres">
      <dgm:prSet presAssocID="{21AEE860-46AD-4991-B310-F03C06F7675A}" presName="FourNodes_2" presStyleLbl="node1" presStyleIdx="1" presStyleCnt="4">
        <dgm:presLayoutVars>
          <dgm:bulletEnabled val="1"/>
        </dgm:presLayoutVars>
      </dgm:prSet>
      <dgm:spPr/>
    </dgm:pt>
    <dgm:pt modelId="{C7A755B4-2D84-4155-899B-CFD78371F253}" type="pres">
      <dgm:prSet presAssocID="{21AEE860-46AD-4991-B310-F03C06F7675A}" presName="FourNodes_3" presStyleLbl="node1" presStyleIdx="2" presStyleCnt="4">
        <dgm:presLayoutVars>
          <dgm:bulletEnabled val="1"/>
        </dgm:presLayoutVars>
      </dgm:prSet>
      <dgm:spPr/>
    </dgm:pt>
    <dgm:pt modelId="{88EBA604-89BC-4355-A16E-63EDEE290C3B}" type="pres">
      <dgm:prSet presAssocID="{21AEE860-46AD-4991-B310-F03C06F7675A}" presName="FourNodes_4" presStyleLbl="node1" presStyleIdx="3" presStyleCnt="4">
        <dgm:presLayoutVars>
          <dgm:bulletEnabled val="1"/>
        </dgm:presLayoutVars>
      </dgm:prSet>
      <dgm:spPr/>
    </dgm:pt>
    <dgm:pt modelId="{FC2C710A-A814-4EA4-B27F-A49FDDCBF81B}" type="pres">
      <dgm:prSet presAssocID="{21AEE860-46AD-4991-B310-F03C06F7675A}" presName="FourConn_1-2" presStyleLbl="fgAccFollowNode1" presStyleIdx="0" presStyleCnt="3">
        <dgm:presLayoutVars>
          <dgm:bulletEnabled val="1"/>
        </dgm:presLayoutVars>
      </dgm:prSet>
      <dgm:spPr/>
    </dgm:pt>
    <dgm:pt modelId="{8CBB2072-7DA3-4013-A262-B7B9D19171C5}" type="pres">
      <dgm:prSet presAssocID="{21AEE860-46AD-4991-B310-F03C06F7675A}" presName="FourConn_2-3" presStyleLbl="fgAccFollowNode1" presStyleIdx="1" presStyleCnt="3">
        <dgm:presLayoutVars>
          <dgm:bulletEnabled val="1"/>
        </dgm:presLayoutVars>
      </dgm:prSet>
      <dgm:spPr/>
    </dgm:pt>
    <dgm:pt modelId="{49945254-496C-4246-AA11-9D8BD5B4C8A2}" type="pres">
      <dgm:prSet presAssocID="{21AEE860-46AD-4991-B310-F03C06F7675A}" presName="FourConn_3-4" presStyleLbl="fgAccFollowNode1" presStyleIdx="2" presStyleCnt="3">
        <dgm:presLayoutVars>
          <dgm:bulletEnabled val="1"/>
        </dgm:presLayoutVars>
      </dgm:prSet>
      <dgm:spPr/>
    </dgm:pt>
    <dgm:pt modelId="{DC9E9ED0-2848-43FF-A437-7FF5E82877FC}" type="pres">
      <dgm:prSet presAssocID="{21AEE860-46AD-4991-B310-F03C06F7675A}" presName="FourNodes_1_text" presStyleLbl="node1" presStyleIdx="3" presStyleCnt="4">
        <dgm:presLayoutVars>
          <dgm:bulletEnabled val="1"/>
        </dgm:presLayoutVars>
      </dgm:prSet>
      <dgm:spPr/>
    </dgm:pt>
    <dgm:pt modelId="{BEFA11CA-EAD7-4FBF-8D9E-EFA94EE42080}" type="pres">
      <dgm:prSet presAssocID="{21AEE860-46AD-4991-B310-F03C06F7675A}" presName="FourNodes_2_text" presStyleLbl="node1" presStyleIdx="3" presStyleCnt="4">
        <dgm:presLayoutVars>
          <dgm:bulletEnabled val="1"/>
        </dgm:presLayoutVars>
      </dgm:prSet>
      <dgm:spPr/>
    </dgm:pt>
    <dgm:pt modelId="{54D2689A-7E31-411F-B038-57C26C5EDF0B}" type="pres">
      <dgm:prSet presAssocID="{21AEE860-46AD-4991-B310-F03C06F7675A}" presName="FourNodes_3_text" presStyleLbl="node1" presStyleIdx="3" presStyleCnt="4">
        <dgm:presLayoutVars>
          <dgm:bulletEnabled val="1"/>
        </dgm:presLayoutVars>
      </dgm:prSet>
      <dgm:spPr/>
    </dgm:pt>
    <dgm:pt modelId="{C03B45D8-863E-49B4-B3F0-1951075AA5F4}" type="pres">
      <dgm:prSet presAssocID="{21AEE860-46AD-4991-B310-F03C06F7675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BD7E313-A50A-4E46-A38D-407798651C6B}" type="presOf" srcId="{D2DB310D-32AF-4C6E-81C7-6337237ACB34}" destId="{54D2689A-7E31-411F-B038-57C26C5EDF0B}" srcOrd="1" destOrd="0" presId="urn:microsoft.com/office/officeart/2005/8/layout/vProcess5"/>
    <dgm:cxn modelId="{6DB27518-9D14-407A-B53D-E592EE9F4563}" srcId="{21AEE860-46AD-4991-B310-F03C06F7675A}" destId="{D2DB310D-32AF-4C6E-81C7-6337237ACB34}" srcOrd="2" destOrd="0" parTransId="{422C254E-BE7F-4139-89BC-54A02643B5B3}" sibTransId="{FB814AC4-4586-4770-BA7F-24957716A607}"/>
    <dgm:cxn modelId="{255C0521-6308-4D50-86C8-317FAA7392D9}" type="presOf" srcId="{89062D0C-C584-404A-99E9-DFF8A6128589}" destId="{88EBA604-89BC-4355-A16E-63EDEE290C3B}" srcOrd="0" destOrd="0" presId="urn:microsoft.com/office/officeart/2005/8/layout/vProcess5"/>
    <dgm:cxn modelId="{B0513F27-9CF9-4606-BF2F-011197F469A5}" type="presOf" srcId="{65BAE76F-872E-464A-A21B-EA95D93CDB2C}" destId="{7FD63ECF-5484-4E5E-BD30-F14243DA152A}" srcOrd="0" destOrd="0" presId="urn:microsoft.com/office/officeart/2005/8/layout/vProcess5"/>
    <dgm:cxn modelId="{70142D30-B92B-4B89-9172-75831E098472}" type="presOf" srcId="{207CF3FA-4781-43DC-9328-FBE40A9A74F2}" destId="{69286974-2D7B-424F-8F0A-C8FB3CC2134D}" srcOrd="0" destOrd="0" presId="urn:microsoft.com/office/officeart/2005/8/layout/vProcess5"/>
    <dgm:cxn modelId="{4E598334-45EC-4A09-BA34-38FB57C2B0EE}" type="presOf" srcId="{706D3CF2-6C1E-44AD-8C2F-E1743A444C20}" destId="{FC2C710A-A814-4EA4-B27F-A49FDDCBF81B}" srcOrd="0" destOrd="0" presId="urn:microsoft.com/office/officeart/2005/8/layout/vProcess5"/>
    <dgm:cxn modelId="{D32AFF63-E136-4BF6-B79D-5A86034C2A70}" type="presOf" srcId="{21AEE860-46AD-4991-B310-F03C06F7675A}" destId="{94114C9F-EB72-4973-A87E-D13C9A2D7586}" srcOrd="0" destOrd="0" presId="urn:microsoft.com/office/officeart/2005/8/layout/vProcess5"/>
    <dgm:cxn modelId="{F0D6F36A-D5DE-4880-A344-126CA4F2404C}" type="presOf" srcId="{207CF3FA-4781-43DC-9328-FBE40A9A74F2}" destId="{BEFA11CA-EAD7-4FBF-8D9E-EFA94EE42080}" srcOrd="1" destOrd="0" presId="urn:microsoft.com/office/officeart/2005/8/layout/vProcess5"/>
    <dgm:cxn modelId="{8D69DE4C-81F3-4820-9CB4-BDA9B868A830}" type="presOf" srcId="{65BAE76F-872E-464A-A21B-EA95D93CDB2C}" destId="{DC9E9ED0-2848-43FF-A437-7FF5E82877FC}" srcOrd="1" destOrd="0" presId="urn:microsoft.com/office/officeart/2005/8/layout/vProcess5"/>
    <dgm:cxn modelId="{FFC7F977-FDE9-4AAD-884B-22DBFEB578C7}" type="presOf" srcId="{D2DB310D-32AF-4C6E-81C7-6337237ACB34}" destId="{C7A755B4-2D84-4155-899B-CFD78371F253}" srcOrd="0" destOrd="0" presId="urn:microsoft.com/office/officeart/2005/8/layout/vProcess5"/>
    <dgm:cxn modelId="{F9FA197C-D1B3-4406-A748-98E8A0AA852D}" srcId="{21AEE860-46AD-4991-B310-F03C06F7675A}" destId="{89062D0C-C584-404A-99E9-DFF8A6128589}" srcOrd="3" destOrd="0" parTransId="{05B71B42-8552-4BAE-9D0A-D05FB5C72869}" sibTransId="{9C27144B-D77F-4DCA-A379-A5C066082979}"/>
    <dgm:cxn modelId="{F2F54088-1620-4BCC-AFA9-EF5C18A9301E}" srcId="{21AEE860-46AD-4991-B310-F03C06F7675A}" destId="{65BAE76F-872E-464A-A21B-EA95D93CDB2C}" srcOrd="0" destOrd="0" parTransId="{B4419625-5AF5-4275-A7A8-9A65A980B31B}" sibTransId="{706D3CF2-6C1E-44AD-8C2F-E1743A444C20}"/>
    <dgm:cxn modelId="{84D10399-335D-48EE-B072-48BBECF33352}" type="presOf" srcId="{EEC9EE76-4786-4DD0-95E1-21666CD11661}" destId="{8CBB2072-7DA3-4013-A262-B7B9D19171C5}" srcOrd="0" destOrd="0" presId="urn:microsoft.com/office/officeart/2005/8/layout/vProcess5"/>
    <dgm:cxn modelId="{40F3E8BA-AFB6-439F-A53C-0AF8E82A3535}" type="presOf" srcId="{FB814AC4-4586-4770-BA7F-24957716A607}" destId="{49945254-496C-4246-AA11-9D8BD5B4C8A2}" srcOrd="0" destOrd="0" presId="urn:microsoft.com/office/officeart/2005/8/layout/vProcess5"/>
    <dgm:cxn modelId="{3D6B95CE-6E8C-464B-86BC-492D7CDB8825}" srcId="{21AEE860-46AD-4991-B310-F03C06F7675A}" destId="{207CF3FA-4781-43DC-9328-FBE40A9A74F2}" srcOrd="1" destOrd="0" parTransId="{CBD1B434-18C9-4139-A61E-1A2815FB1112}" sibTransId="{EEC9EE76-4786-4DD0-95E1-21666CD11661}"/>
    <dgm:cxn modelId="{EB68BAEC-A262-4F31-B61C-BEABC46445E1}" type="presOf" srcId="{89062D0C-C584-404A-99E9-DFF8A6128589}" destId="{C03B45D8-863E-49B4-B3F0-1951075AA5F4}" srcOrd="1" destOrd="0" presId="urn:microsoft.com/office/officeart/2005/8/layout/vProcess5"/>
    <dgm:cxn modelId="{6CDC7D24-3430-438D-8670-8CEBE87068AC}" type="presParOf" srcId="{94114C9F-EB72-4973-A87E-D13C9A2D7586}" destId="{AF300EBB-655B-4FE1-89A9-F4B3F68E44F1}" srcOrd="0" destOrd="0" presId="urn:microsoft.com/office/officeart/2005/8/layout/vProcess5"/>
    <dgm:cxn modelId="{E3FA6F83-8A3E-4B88-B83A-141A73C81113}" type="presParOf" srcId="{94114C9F-EB72-4973-A87E-D13C9A2D7586}" destId="{7FD63ECF-5484-4E5E-BD30-F14243DA152A}" srcOrd="1" destOrd="0" presId="urn:microsoft.com/office/officeart/2005/8/layout/vProcess5"/>
    <dgm:cxn modelId="{458A7591-BBDA-4E2F-9683-9C8569C9C6DC}" type="presParOf" srcId="{94114C9F-EB72-4973-A87E-D13C9A2D7586}" destId="{69286974-2D7B-424F-8F0A-C8FB3CC2134D}" srcOrd="2" destOrd="0" presId="urn:microsoft.com/office/officeart/2005/8/layout/vProcess5"/>
    <dgm:cxn modelId="{7D16EA60-A464-4D3E-A099-8E59D98FC768}" type="presParOf" srcId="{94114C9F-EB72-4973-A87E-D13C9A2D7586}" destId="{C7A755B4-2D84-4155-899B-CFD78371F253}" srcOrd="3" destOrd="0" presId="urn:microsoft.com/office/officeart/2005/8/layout/vProcess5"/>
    <dgm:cxn modelId="{1385CBB1-710E-430B-8603-467502B7CE8E}" type="presParOf" srcId="{94114C9F-EB72-4973-A87E-D13C9A2D7586}" destId="{88EBA604-89BC-4355-A16E-63EDEE290C3B}" srcOrd="4" destOrd="0" presId="urn:microsoft.com/office/officeart/2005/8/layout/vProcess5"/>
    <dgm:cxn modelId="{763AD68D-6F6B-4F87-A898-DE2F2C628A87}" type="presParOf" srcId="{94114C9F-EB72-4973-A87E-D13C9A2D7586}" destId="{FC2C710A-A814-4EA4-B27F-A49FDDCBF81B}" srcOrd="5" destOrd="0" presId="urn:microsoft.com/office/officeart/2005/8/layout/vProcess5"/>
    <dgm:cxn modelId="{832FBDC2-E25C-4144-BABF-391F2F94068B}" type="presParOf" srcId="{94114C9F-EB72-4973-A87E-D13C9A2D7586}" destId="{8CBB2072-7DA3-4013-A262-B7B9D19171C5}" srcOrd="6" destOrd="0" presId="urn:microsoft.com/office/officeart/2005/8/layout/vProcess5"/>
    <dgm:cxn modelId="{015A4C9A-BF8F-4D5D-A484-11A323F28E2C}" type="presParOf" srcId="{94114C9F-EB72-4973-A87E-D13C9A2D7586}" destId="{49945254-496C-4246-AA11-9D8BD5B4C8A2}" srcOrd="7" destOrd="0" presId="urn:microsoft.com/office/officeart/2005/8/layout/vProcess5"/>
    <dgm:cxn modelId="{5CC1C37F-88BA-45FE-834E-6A9C98A0C6D4}" type="presParOf" srcId="{94114C9F-EB72-4973-A87E-D13C9A2D7586}" destId="{DC9E9ED0-2848-43FF-A437-7FF5E82877FC}" srcOrd="8" destOrd="0" presId="urn:microsoft.com/office/officeart/2005/8/layout/vProcess5"/>
    <dgm:cxn modelId="{247C2230-B7FF-4A2F-9D44-4EDE1546E3B5}" type="presParOf" srcId="{94114C9F-EB72-4973-A87E-D13C9A2D7586}" destId="{BEFA11CA-EAD7-4FBF-8D9E-EFA94EE42080}" srcOrd="9" destOrd="0" presId="urn:microsoft.com/office/officeart/2005/8/layout/vProcess5"/>
    <dgm:cxn modelId="{CF08DD86-5BD8-4C21-AA03-5C819AD4BC9D}" type="presParOf" srcId="{94114C9F-EB72-4973-A87E-D13C9A2D7586}" destId="{54D2689A-7E31-411F-B038-57C26C5EDF0B}" srcOrd="10" destOrd="0" presId="urn:microsoft.com/office/officeart/2005/8/layout/vProcess5"/>
    <dgm:cxn modelId="{520B96A8-0726-4735-92CB-55FF6486BBDF}" type="presParOf" srcId="{94114C9F-EB72-4973-A87E-D13C9A2D7586}" destId="{C03B45D8-863E-49B4-B3F0-1951075AA5F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81340E-4237-4833-B5E8-8CB5A471A8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D1B543-E1F2-418D-AF26-87723C0A1F3D}">
      <dgm:prSet/>
      <dgm:spPr/>
      <dgm:t>
        <a:bodyPr/>
        <a:lstStyle/>
        <a:p>
          <a:r>
            <a:rPr lang="en-US"/>
            <a:t>• Different campaigns serve different funnel stages</a:t>
          </a:r>
        </a:p>
      </dgm:t>
    </dgm:pt>
    <dgm:pt modelId="{B794AB5B-C4C9-4465-B325-D3393D79BE9F}" type="parTrans" cxnId="{C9A589DC-9CAF-46A0-89D4-A563D9277535}">
      <dgm:prSet/>
      <dgm:spPr/>
      <dgm:t>
        <a:bodyPr/>
        <a:lstStyle/>
        <a:p>
          <a:endParaRPr lang="en-US"/>
        </a:p>
      </dgm:t>
    </dgm:pt>
    <dgm:pt modelId="{A90F9B28-2B04-4B9A-9991-218998E9EF1A}" type="sibTrans" cxnId="{C9A589DC-9CAF-46A0-89D4-A563D9277535}">
      <dgm:prSet/>
      <dgm:spPr/>
      <dgm:t>
        <a:bodyPr/>
        <a:lstStyle/>
        <a:p>
          <a:endParaRPr lang="en-US"/>
        </a:p>
      </dgm:t>
    </dgm:pt>
    <dgm:pt modelId="{BF774AF1-DE53-40B7-A2F9-4D63C49C9D72}">
      <dgm:prSet/>
      <dgm:spPr/>
      <dgm:t>
        <a:bodyPr/>
        <a:lstStyle/>
        <a:p>
          <a:r>
            <a:rPr lang="en-US"/>
            <a:t>• Instagram drives</a:t>
          </a:r>
          <a:r>
            <a:rPr lang="en-GB"/>
            <a:t> highest</a:t>
          </a:r>
          <a:r>
            <a:rPr lang="en-US"/>
            <a:t> engagement &amp; ROI</a:t>
          </a:r>
        </a:p>
      </dgm:t>
    </dgm:pt>
    <dgm:pt modelId="{2F5B12A4-243E-434A-9477-298C01BC677D}" type="parTrans" cxnId="{2AD783C0-46D9-40DD-8A55-ED4C9FA976A5}">
      <dgm:prSet/>
      <dgm:spPr/>
      <dgm:t>
        <a:bodyPr/>
        <a:lstStyle/>
        <a:p>
          <a:endParaRPr lang="en-US"/>
        </a:p>
      </dgm:t>
    </dgm:pt>
    <dgm:pt modelId="{9961E1B0-21DA-45F2-9D7D-A77343D9B730}" type="sibTrans" cxnId="{2AD783C0-46D9-40DD-8A55-ED4C9FA976A5}">
      <dgm:prSet/>
      <dgm:spPr/>
      <dgm:t>
        <a:bodyPr/>
        <a:lstStyle/>
        <a:p>
          <a:endParaRPr lang="en-US"/>
        </a:p>
      </dgm:t>
    </dgm:pt>
    <dgm:pt modelId="{6888DAE8-D91A-44B2-9DCA-D198E717D3BF}">
      <dgm:prSet/>
      <dgm:spPr/>
      <dgm:t>
        <a:bodyPr/>
        <a:lstStyle/>
        <a:p>
          <a:r>
            <a:rPr lang="en-US"/>
            <a:t>• Twitter accelerates follower growth</a:t>
          </a:r>
        </a:p>
      </dgm:t>
    </dgm:pt>
    <dgm:pt modelId="{FF7FCB5C-5199-42C2-965A-BFD649E3137D}" type="parTrans" cxnId="{F443CA13-1EA3-49C0-AFD2-B5C2A6914A9D}">
      <dgm:prSet/>
      <dgm:spPr/>
      <dgm:t>
        <a:bodyPr/>
        <a:lstStyle/>
        <a:p>
          <a:endParaRPr lang="en-US"/>
        </a:p>
      </dgm:t>
    </dgm:pt>
    <dgm:pt modelId="{03E5B3A8-49C7-493A-8849-24C137043626}" type="sibTrans" cxnId="{F443CA13-1EA3-49C0-AFD2-B5C2A6914A9D}">
      <dgm:prSet/>
      <dgm:spPr/>
      <dgm:t>
        <a:bodyPr/>
        <a:lstStyle/>
        <a:p>
          <a:endParaRPr lang="en-US"/>
        </a:p>
      </dgm:t>
    </dgm:pt>
    <dgm:pt modelId="{EB33606C-3B52-4758-AA39-89F6E203A481}" type="pres">
      <dgm:prSet presAssocID="{9581340E-4237-4833-B5E8-8CB5A471A8D3}" presName="root" presStyleCnt="0">
        <dgm:presLayoutVars>
          <dgm:dir/>
          <dgm:resizeHandles val="exact"/>
        </dgm:presLayoutVars>
      </dgm:prSet>
      <dgm:spPr/>
    </dgm:pt>
    <dgm:pt modelId="{54EEBBA7-7F30-4B7F-A1DA-7BB54098B134}" type="pres">
      <dgm:prSet presAssocID="{48D1B543-E1F2-418D-AF26-87723C0A1F3D}" presName="compNode" presStyleCnt="0"/>
      <dgm:spPr/>
    </dgm:pt>
    <dgm:pt modelId="{6C944977-0010-4F6D-9F49-B91D04CE00FA}" type="pres">
      <dgm:prSet presAssocID="{48D1B543-E1F2-418D-AF26-87723C0A1F3D}" presName="bgRect" presStyleLbl="bgShp" presStyleIdx="0" presStyleCnt="3"/>
      <dgm:spPr/>
    </dgm:pt>
    <dgm:pt modelId="{61953DE5-F18D-481E-A6F2-0CF719F521BA}" type="pres">
      <dgm:prSet presAssocID="{48D1B543-E1F2-418D-AF26-87723C0A1F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5344CE9-3DAC-4157-B9EA-D7041012F762}" type="pres">
      <dgm:prSet presAssocID="{48D1B543-E1F2-418D-AF26-87723C0A1F3D}" presName="spaceRect" presStyleCnt="0"/>
      <dgm:spPr/>
    </dgm:pt>
    <dgm:pt modelId="{70E3AB98-1CC8-439E-A52C-D297BD6F5716}" type="pres">
      <dgm:prSet presAssocID="{48D1B543-E1F2-418D-AF26-87723C0A1F3D}" presName="parTx" presStyleLbl="revTx" presStyleIdx="0" presStyleCnt="3">
        <dgm:presLayoutVars>
          <dgm:chMax val="0"/>
          <dgm:chPref val="0"/>
        </dgm:presLayoutVars>
      </dgm:prSet>
      <dgm:spPr/>
    </dgm:pt>
    <dgm:pt modelId="{6C6715FE-099B-48B1-8677-64DC0AA9226E}" type="pres">
      <dgm:prSet presAssocID="{A90F9B28-2B04-4B9A-9991-218998E9EF1A}" presName="sibTrans" presStyleCnt="0"/>
      <dgm:spPr/>
    </dgm:pt>
    <dgm:pt modelId="{0EE23E5E-2E1A-42AF-8A6E-9F41345C7904}" type="pres">
      <dgm:prSet presAssocID="{BF774AF1-DE53-40B7-A2F9-4D63C49C9D72}" presName="compNode" presStyleCnt="0"/>
      <dgm:spPr/>
    </dgm:pt>
    <dgm:pt modelId="{6FDB2E9D-7B80-42CD-9DDF-287EA39511BF}" type="pres">
      <dgm:prSet presAssocID="{BF774AF1-DE53-40B7-A2F9-4D63C49C9D72}" presName="bgRect" presStyleLbl="bgShp" presStyleIdx="1" presStyleCnt="3"/>
      <dgm:spPr/>
    </dgm:pt>
    <dgm:pt modelId="{3E909B6A-5BB1-4538-BB5F-3F180F2A83F8}" type="pres">
      <dgm:prSet presAssocID="{BF774AF1-DE53-40B7-A2F9-4D63C49C9D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"/>
        </a:ext>
      </dgm:extLst>
    </dgm:pt>
    <dgm:pt modelId="{37434F32-FD1E-4E44-88AC-E1560A0F0E54}" type="pres">
      <dgm:prSet presAssocID="{BF774AF1-DE53-40B7-A2F9-4D63C49C9D72}" presName="spaceRect" presStyleCnt="0"/>
      <dgm:spPr/>
    </dgm:pt>
    <dgm:pt modelId="{C92B074A-0F95-4241-9C8C-0F202FE26C73}" type="pres">
      <dgm:prSet presAssocID="{BF774AF1-DE53-40B7-A2F9-4D63C49C9D72}" presName="parTx" presStyleLbl="revTx" presStyleIdx="1" presStyleCnt="3">
        <dgm:presLayoutVars>
          <dgm:chMax val="0"/>
          <dgm:chPref val="0"/>
        </dgm:presLayoutVars>
      </dgm:prSet>
      <dgm:spPr/>
    </dgm:pt>
    <dgm:pt modelId="{4A124A77-AAAB-494A-90F7-A5AD86CE83FA}" type="pres">
      <dgm:prSet presAssocID="{9961E1B0-21DA-45F2-9D7D-A77343D9B730}" presName="sibTrans" presStyleCnt="0"/>
      <dgm:spPr/>
    </dgm:pt>
    <dgm:pt modelId="{750841B0-F8FB-4819-8DA3-151CB83D809E}" type="pres">
      <dgm:prSet presAssocID="{6888DAE8-D91A-44B2-9DCA-D198E717D3BF}" presName="compNode" presStyleCnt="0"/>
      <dgm:spPr/>
    </dgm:pt>
    <dgm:pt modelId="{56999BB3-89A3-431B-A53F-D669FE243064}" type="pres">
      <dgm:prSet presAssocID="{6888DAE8-D91A-44B2-9DCA-D198E717D3BF}" presName="bgRect" presStyleLbl="bgShp" presStyleIdx="2" presStyleCnt="3"/>
      <dgm:spPr/>
    </dgm:pt>
    <dgm:pt modelId="{3F8F1DE5-D8E8-4499-BB9F-824FC4E9016E}" type="pres">
      <dgm:prSet presAssocID="{6888DAE8-D91A-44B2-9DCA-D198E717D3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F08A40A9-31AE-4A15-AE11-5709FD577795}" type="pres">
      <dgm:prSet presAssocID="{6888DAE8-D91A-44B2-9DCA-D198E717D3BF}" presName="spaceRect" presStyleCnt="0"/>
      <dgm:spPr/>
    </dgm:pt>
    <dgm:pt modelId="{FD66EB41-3310-4202-A151-C90533759164}" type="pres">
      <dgm:prSet presAssocID="{6888DAE8-D91A-44B2-9DCA-D198E717D3B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443CA13-1EA3-49C0-AFD2-B5C2A6914A9D}" srcId="{9581340E-4237-4833-B5E8-8CB5A471A8D3}" destId="{6888DAE8-D91A-44B2-9DCA-D198E717D3BF}" srcOrd="2" destOrd="0" parTransId="{FF7FCB5C-5199-42C2-965A-BFD649E3137D}" sibTransId="{03E5B3A8-49C7-493A-8849-24C137043626}"/>
    <dgm:cxn modelId="{EC750718-911D-449A-8819-5C1AB2BAA77E}" type="presOf" srcId="{BF774AF1-DE53-40B7-A2F9-4D63C49C9D72}" destId="{C92B074A-0F95-4241-9C8C-0F202FE26C73}" srcOrd="0" destOrd="0" presId="urn:microsoft.com/office/officeart/2018/2/layout/IconVerticalSolidList"/>
    <dgm:cxn modelId="{DD95806B-B1DA-44A6-816B-8B29BFB283E7}" type="presOf" srcId="{48D1B543-E1F2-418D-AF26-87723C0A1F3D}" destId="{70E3AB98-1CC8-439E-A52C-D297BD6F5716}" srcOrd="0" destOrd="0" presId="urn:microsoft.com/office/officeart/2018/2/layout/IconVerticalSolidList"/>
    <dgm:cxn modelId="{80377AA4-1B1F-4C37-BB46-E93B4B73BAB8}" type="presOf" srcId="{9581340E-4237-4833-B5E8-8CB5A471A8D3}" destId="{EB33606C-3B52-4758-AA39-89F6E203A481}" srcOrd="0" destOrd="0" presId="urn:microsoft.com/office/officeart/2018/2/layout/IconVerticalSolidList"/>
    <dgm:cxn modelId="{2AD783C0-46D9-40DD-8A55-ED4C9FA976A5}" srcId="{9581340E-4237-4833-B5E8-8CB5A471A8D3}" destId="{BF774AF1-DE53-40B7-A2F9-4D63C49C9D72}" srcOrd="1" destOrd="0" parTransId="{2F5B12A4-243E-434A-9477-298C01BC677D}" sibTransId="{9961E1B0-21DA-45F2-9D7D-A77343D9B730}"/>
    <dgm:cxn modelId="{C9A589DC-9CAF-46A0-89D4-A563D9277535}" srcId="{9581340E-4237-4833-B5E8-8CB5A471A8D3}" destId="{48D1B543-E1F2-418D-AF26-87723C0A1F3D}" srcOrd="0" destOrd="0" parTransId="{B794AB5B-C4C9-4465-B325-D3393D79BE9F}" sibTransId="{A90F9B28-2B04-4B9A-9991-218998E9EF1A}"/>
    <dgm:cxn modelId="{A238BDEC-54D4-44F9-BEFF-77C04CC95D68}" type="presOf" srcId="{6888DAE8-D91A-44B2-9DCA-D198E717D3BF}" destId="{FD66EB41-3310-4202-A151-C90533759164}" srcOrd="0" destOrd="0" presId="urn:microsoft.com/office/officeart/2018/2/layout/IconVerticalSolidList"/>
    <dgm:cxn modelId="{978D9C3E-46A4-409F-A4BA-CD930B9B4CD6}" type="presParOf" srcId="{EB33606C-3B52-4758-AA39-89F6E203A481}" destId="{54EEBBA7-7F30-4B7F-A1DA-7BB54098B134}" srcOrd="0" destOrd="0" presId="urn:microsoft.com/office/officeart/2018/2/layout/IconVerticalSolidList"/>
    <dgm:cxn modelId="{B325A5C9-F76B-402B-974C-3216914A5B06}" type="presParOf" srcId="{54EEBBA7-7F30-4B7F-A1DA-7BB54098B134}" destId="{6C944977-0010-4F6D-9F49-B91D04CE00FA}" srcOrd="0" destOrd="0" presId="urn:microsoft.com/office/officeart/2018/2/layout/IconVerticalSolidList"/>
    <dgm:cxn modelId="{73D47B20-290B-41DD-838C-22D0216530B5}" type="presParOf" srcId="{54EEBBA7-7F30-4B7F-A1DA-7BB54098B134}" destId="{61953DE5-F18D-481E-A6F2-0CF719F521BA}" srcOrd="1" destOrd="0" presId="urn:microsoft.com/office/officeart/2018/2/layout/IconVerticalSolidList"/>
    <dgm:cxn modelId="{A1010C66-9FB1-40F7-AA16-882B3DEC2369}" type="presParOf" srcId="{54EEBBA7-7F30-4B7F-A1DA-7BB54098B134}" destId="{85344CE9-3DAC-4157-B9EA-D7041012F762}" srcOrd="2" destOrd="0" presId="urn:microsoft.com/office/officeart/2018/2/layout/IconVerticalSolidList"/>
    <dgm:cxn modelId="{E4B18ABC-FB05-4AF9-8E2D-43BA335B9AEC}" type="presParOf" srcId="{54EEBBA7-7F30-4B7F-A1DA-7BB54098B134}" destId="{70E3AB98-1CC8-439E-A52C-D297BD6F5716}" srcOrd="3" destOrd="0" presId="urn:microsoft.com/office/officeart/2018/2/layout/IconVerticalSolidList"/>
    <dgm:cxn modelId="{AD3ABB75-5FD5-4491-9B9A-41F57605CDBB}" type="presParOf" srcId="{EB33606C-3B52-4758-AA39-89F6E203A481}" destId="{6C6715FE-099B-48B1-8677-64DC0AA9226E}" srcOrd="1" destOrd="0" presId="urn:microsoft.com/office/officeart/2018/2/layout/IconVerticalSolidList"/>
    <dgm:cxn modelId="{D3C7BCA4-3AF3-4A44-84CF-D5D2BD34A324}" type="presParOf" srcId="{EB33606C-3B52-4758-AA39-89F6E203A481}" destId="{0EE23E5E-2E1A-42AF-8A6E-9F41345C7904}" srcOrd="2" destOrd="0" presId="urn:microsoft.com/office/officeart/2018/2/layout/IconVerticalSolidList"/>
    <dgm:cxn modelId="{BFE29E40-928D-477B-A037-95201965875A}" type="presParOf" srcId="{0EE23E5E-2E1A-42AF-8A6E-9F41345C7904}" destId="{6FDB2E9D-7B80-42CD-9DDF-287EA39511BF}" srcOrd="0" destOrd="0" presId="urn:microsoft.com/office/officeart/2018/2/layout/IconVerticalSolidList"/>
    <dgm:cxn modelId="{3EAFE006-B2AF-4972-BF55-A40720A88CE1}" type="presParOf" srcId="{0EE23E5E-2E1A-42AF-8A6E-9F41345C7904}" destId="{3E909B6A-5BB1-4538-BB5F-3F180F2A83F8}" srcOrd="1" destOrd="0" presId="urn:microsoft.com/office/officeart/2018/2/layout/IconVerticalSolidList"/>
    <dgm:cxn modelId="{2A24B79B-AD93-4499-AF70-069E0655EF59}" type="presParOf" srcId="{0EE23E5E-2E1A-42AF-8A6E-9F41345C7904}" destId="{37434F32-FD1E-4E44-88AC-E1560A0F0E54}" srcOrd="2" destOrd="0" presId="urn:microsoft.com/office/officeart/2018/2/layout/IconVerticalSolidList"/>
    <dgm:cxn modelId="{CD7E8321-2627-4E59-958C-CD30DE2C060A}" type="presParOf" srcId="{0EE23E5E-2E1A-42AF-8A6E-9F41345C7904}" destId="{C92B074A-0F95-4241-9C8C-0F202FE26C73}" srcOrd="3" destOrd="0" presId="urn:microsoft.com/office/officeart/2018/2/layout/IconVerticalSolidList"/>
    <dgm:cxn modelId="{B4AE8FC6-038D-4A9E-9862-5DFA8FAAD250}" type="presParOf" srcId="{EB33606C-3B52-4758-AA39-89F6E203A481}" destId="{4A124A77-AAAB-494A-90F7-A5AD86CE83FA}" srcOrd="3" destOrd="0" presId="urn:microsoft.com/office/officeart/2018/2/layout/IconVerticalSolidList"/>
    <dgm:cxn modelId="{D656C035-FD43-48E0-B721-4070359EAF4B}" type="presParOf" srcId="{EB33606C-3B52-4758-AA39-89F6E203A481}" destId="{750841B0-F8FB-4819-8DA3-151CB83D809E}" srcOrd="4" destOrd="0" presId="urn:microsoft.com/office/officeart/2018/2/layout/IconVerticalSolidList"/>
    <dgm:cxn modelId="{F4A48C6B-B726-42A6-9CFB-1C94786AE7F5}" type="presParOf" srcId="{750841B0-F8FB-4819-8DA3-151CB83D809E}" destId="{56999BB3-89A3-431B-A53F-D669FE243064}" srcOrd="0" destOrd="0" presId="urn:microsoft.com/office/officeart/2018/2/layout/IconVerticalSolidList"/>
    <dgm:cxn modelId="{87F6D894-BB4F-4B85-8083-24052707B845}" type="presParOf" srcId="{750841B0-F8FB-4819-8DA3-151CB83D809E}" destId="{3F8F1DE5-D8E8-4499-BB9F-824FC4E9016E}" srcOrd="1" destOrd="0" presId="urn:microsoft.com/office/officeart/2018/2/layout/IconVerticalSolidList"/>
    <dgm:cxn modelId="{35F38B30-A6E0-4DD3-AE4A-FB9D5F01DB9C}" type="presParOf" srcId="{750841B0-F8FB-4819-8DA3-151CB83D809E}" destId="{F08A40A9-31AE-4A15-AE11-5709FD577795}" srcOrd="2" destOrd="0" presId="urn:microsoft.com/office/officeart/2018/2/layout/IconVerticalSolidList"/>
    <dgm:cxn modelId="{FE1D798C-7E95-46CC-8235-B8F59CA8144B}" type="presParOf" srcId="{750841B0-F8FB-4819-8DA3-151CB83D809E}" destId="{FD66EB41-3310-4202-A151-C905337591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D7BDF-B3FC-4E8F-97E9-E4B9D97479AA}">
      <dsp:nvSpPr>
        <dsp:cNvPr id="0" name=""/>
        <dsp:cNvSpPr/>
      </dsp:nvSpPr>
      <dsp:spPr>
        <a:xfrm>
          <a:off x="0" y="0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Analyze social media performance</a:t>
          </a:r>
        </a:p>
      </dsp:txBody>
      <dsp:txXfrm>
        <a:off x="35968" y="35968"/>
        <a:ext cx="4806404" cy="1156108"/>
      </dsp:txXfrm>
    </dsp:sp>
    <dsp:sp modelId="{ED22DD56-43CB-41EE-88C3-6B12785565F0}">
      <dsp:nvSpPr>
        <dsp:cNvPr id="0" name=""/>
        <dsp:cNvSpPr/>
      </dsp:nvSpPr>
      <dsp:spPr>
        <a:xfrm>
          <a:off x="541019" y="1432718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Identify top platforms, campaigns &amp; content</a:t>
          </a:r>
        </a:p>
      </dsp:txBody>
      <dsp:txXfrm>
        <a:off x="576987" y="1468686"/>
        <a:ext cx="4720375" cy="1156108"/>
      </dsp:txXfrm>
    </dsp:sp>
    <dsp:sp modelId="{13B79AA3-86C2-4C52-8215-3737C47AAE53}">
      <dsp:nvSpPr>
        <dsp:cNvPr id="0" name=""/>
        <dsp:cNvSpPr/>
      </dsp:nvSpPr>
      <dsp:spPr>
        <a:xfrm>
          <a:off x="1082039" y="2865437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Recommend data-backed strategies</a:t>
          </a:r>
        </a:p>
      </dsp:txBody>
      <dsp:txXfrm>
        <a:off x="1118007" y="2901405"/>
        <a:ext cx="4720375" cy="1156108"/>
      </dsp:txXfrm>
    </dsp:sp>
    <dsp:sp modelId="{D5A4B9D9-93A1-4673-9854-62FD03EED717}">
      <dsp:nvSpPr>
        <dsp:cNvPr id="0" name=""/>
        <dsp:cNvSpPr/>
      </dsp:nvSpPr>
      <dsp:spPr>
        <a:xfrm>
          <a:off x="5333331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512932" y="931267"/>
        <a:ext cx="439026" cy="600667"/>
      </dsp:txXfrm>
    </dsp:sp>
    <dsp:sp modelId="{0546B7B6-DE87-44CC-9196-4412F5A97291}">
      <dsp:nvSpPr>
        <dsp:cNvPr id="0" name=""/>
        <dsp:cNvSpPr/>
      </dsp:nvSpPr>
      <dsp:spPr>
        <a:xfrm>
          <a:off x="5874351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53952" y="2355798"/>
        <a:ext cx="439026" cy="600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2BBB1-F043-43C2-836C-2313D46BB1DD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F1DEF-359E-4B67-9F7F-69078483398C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39B7B-3AD5-401C-A85A-CFC59B80EF80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Highest avg clicks: #MyntraTrend</a:t>
          </a:r>
        </a:p>
      </dsp:txBody>
      <dsp:txXfrm>
        <a:off x="1350519" y="499"/>
        <a:ext cx="5863080" cy="1169280"/>
      </dsp:txXfrm>
    </dsp:sp>
    <dsp:sp modelId="{53270209-4734-4A6D-8212-F57569EB63D6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DBA3DF-04FC-4201-A528-B76B39CBA309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AB812-4771-4ED4-AEFD-7200B6C27127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Most used Hashtag: #StyleWithMyntra</a:t>
          </a:r>
        </a:p>
      </dsp:txBody>
      <dsp:txXfrm>
        <a:off x="1350519" y="1462100"/>
        <a:ext cx="5863080" cy="1169280"/>
      </dsp:txXfrm>
    </dsp:sp>
    <dsp:sp modelId="{5EFD0C77-EA9F-4C28-86B1-94335BD0C64F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C6554-A8F1-4CE0-87F7-9F882D732C57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BD745-68D4-427A-98A5-C9081B42260B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Hashtag with highest engagement :                         #MyntraSale</a:t>
          </a:r>
        </a:p>
      </dsp:txBody>
      <dsp:txXfrm>
        <a:off x="1350519" y="2923701"/>
        <a:ext cx="5863080" cy="1169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63ECF-5484-4E5E-BD30-F14243DA152A}">
      <dsp:nvSpPr>
        <dsp:cNvPr id="0" name=""/>
        <dsp:cNvSpPr/>
      </dsp:nvSpPr>
      <dsp:spPr>
        <a:xfrm>
          <a:off x="0" y="0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Highest engagement rate: Instagram</a:t>
          </a:r>
        </a:p>
      </dsp:txBody>
      <dsp:txXfrm>
        <a:off x="26377" y="26377"/>
        <a:ext cx="4723000" cy="847812"/>
      </dsp:txXfrm>
    </dsp:sp>
    <dsp:sp modelId="{69286974-2D7B-424F-8F0A-C8FB3CC2134D}">
      <dsp:nvSpPr>
        <dsp:cNvPr id="0" name=""/>
        <dsp:cNvSpPr/>
      </dsp:nvSpPr>
      <dsp:spPr>
        <a:xfrm>
          <a:off x="483311" y="1064305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Highest follower growth: Twitter</a:t>
          </a:r>
        </a:p>
      </dsp:txBody>
      <dsp:txXfrm>
        <a:off x="509688" y="1090682"/>
        <a:ext cx="4649446" cy="847812"/>
      </dsp:txXfrm>
    </dsp:sp>
    <dsp:sp modelId="{C7A755B4-2D84-4155-899B-CFD78371F253}">
      <dsp:nvSpPr>
        <dsp:cNvPr id="0" name=""/>
        <dsp:cNvSpPr/>
      </dsp:nvSpPr>
      <dsp:spPr>
        <a:xfrm>
          <a:off x="959408" y="2128610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Best ROI: Instagram &amp; Twitter</a:t>
          </a:r>
        </a:p>
      </dsp:txBody>
      <dsp:txXfrm>
        <a:off x="985785" y="2154987"/>
        <a:ext cx="4656660" cy="847812"/>
      </dsp:txXfrm>
    </dsp:sp>
    <dsp:sp modelId="{88EBA604-89BC-4355-A16E-63EDEE290C3B}">
      <dsp:nvSpPr>
        <dsp:cNvPr id="0" name=""/>
        <dsp:cNvSpPr/>
      </dsp:nvSpPr>
      <dsp:spPr>
        <a:xfrm>
          <a:off x="1442720" y="3192915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Instagram shows recent follower surge</a:t>
          </a:r>
        </a:p>
      </dsp:txBody>
      <dsp:txXfrm>
        <a:off x="1469097" y="3219292"/>
        <a:ext cx="4649446" cy="847812"/>
      </dsp:txXfrm>
    </dsp:sp>
    <dsp:sp modelId="{FC2C710A-A814-4EA4-B27F-A49FDDCBF81B}">
      <dsp:nvSpPr>
        <dsp:cNvPr id="0" name=""/>
        <dsp:cNvSpPr/>
      </dsp:nvSpPr>
      <dsp:spPr>
        <a:xfrm>
          <a:off x="5185512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317220" y="689751"/>
        <a:ext cx="321951" cy="440489"/>
      </dsp:txXfrm>
    </dsp:sp>
    <dsp:sp modelId="{8CBB2072-7DA3-4013-A262-B7B9D19171C5}">
      <dsp:nvSpPr>
        <dsp:cNvPr id="0" name=""/>
        <dsp:cNvSpPr/>
      </dsp:nvSpPr>
      <dsp:spPr>
        <a:xfrm>
          <a:off x="566882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800531" y="1754057"/>
        <a:ext cx="321951" cy="440489"/>
      </dsp:txXfrm>
    </dsp:sp>
    <dsp:sp modelId="{49945254-496C-4246-AA11-9D8BD5B4C8A2}">
      <dsp:nvSpPr>
        <dsp:cNvPr id="0" name=""/>
        <dsp:cNvSpPr/>
      </dsp:nvSpPr>
      <dsp:spPr>
        <a:xfrm>
          <a:off x="614492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276628" y="2818362"/>
        <a:ext cx="321951" cy="4404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44977-0010-4F6D-9F49-B91D04CE00FA}">
      <dsp:nvSpPr>
        <dsp:cNvPr id="0" name=""/>
        <dsp:cNvSpPr/>
      </dsp:nvSpPr>
      <dsp:spPr>
        <a:xfrm>
          <a:off x="0" y="607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53DE5-F18D-481E-A6F2-0CF719F521BA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3AB98-1CC8-439E-A52C-D297BD6F5716}">
      <dsp:nvSpPr>
        <dsp:cNvPr id="0" name=""/>
        <dsp:cNvSpPr/>
      </dsp:nvSpPr>
      <dsp:spPr>
        <a:xfrm>
          <a:off x="1642860" y="607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Different campaigns serve different funnel stages</a:t>
          </a:r>
        </a:p>
      </dsp:txBody>
      <dsp:txXfrm>
        <a:off x="1642860" y="607"/>
        <a:ext cx="3328742" cy="1422390"/>
      </dsp:txXfrm>
    </dsp:sp>
    <dsp:sp modelId="{6FDB2E9D-7B80-42CD-9DDF-287EA39511BF}">
      <dsp:nvSpPr>
        <dsp:cNvPr id="0" name=""/>
        <dsp:cNvSpPr/>
      </dsp:nvSpPr>
      <dsp:spPr>
        <a:xfrm>
          <a:off x="0" y="1778595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09B6A-5BB1-4538-BB5F-3F180F2A83F8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B074A-0F95-4241-9C8C-0F202FE26C73}">
      <dsp:nvSpPr>
        <dsp:cNvPr id="0" name=""/>
        <dsp:cNvSpPr/>
      </dsp:nvSpPr>
      <dsp:spPr>
        <a:xfrm>
          <a:off x="1642860" y="1778595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Instagram drives</a:t>
          </a:r>
          <a:r>
            <a:rPr lang="en-GB" sz="2300" kern="1200"/>
            <a:t> highest</a:t>
          </a:r>
          <a:r>
            <a:rPr lang="en-US" sz="2300" kern="1200"/>
            <a:t> engagement &amp; ROI</a:t>
          </a:r>
        </a:p>
      </dsp:txBody>
      <dsp:txXfrm>
        <a:off x="1642860" y="1778595"/>
        <a:ext cx="3328742" cy="1422390"/>
      </dsp:txXfrm>
    </dsp:sp>
    <dsp:sp modelId="{56999BB3-89A3-431B-A53F-D669FE243064}">
      <dsp:nvSpPr>
        <dsp:cNvPr id="0" name=""/>
        <dsp:cNvSpPr/>
      </dsp:nvSpPr>
      <dsp:spPr>
        <a:xfrm>
          <a:off x="0" y="3556583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F1DE5-D8E8-4499-BB9F-824FC4E9016E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6EB41-3310-4202-A151-C90533759164}">
      <dsp:nvSpPr>
        <dsp:cNvPr id="0" name=""/>
        <dsp:cNvSpPr/>
      </dsp:nvSpPr>
      <dsp:spPr>
        <a:xfrm>
          <a:off x="1642860" y="3556583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Twitter accelerates follower growth</a:t>
          </a:r>
        </a:p>
      </dsp:txBody>
      <dsp:txXfrm>
        <a:off x="1642860" y="3556583"/>
        <a:ext cx="3328742" cy="1422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0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8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3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2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5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6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2499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66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5079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90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43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8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FB5FC1D3-E368-97D3-0CF6-DE44A2E46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2" r="15054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0" y="1678666"/>
            <a:ext cx="3066142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900"/>
              <a:t>Myntra Social Media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4050831"/>
            <a:ext cx="3059791" cy="109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Data-driven insights &amp; strategic recommendations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7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Business Objective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FBA799-27AD-BC3D-6DE1-FAA35AB65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861977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Hashtag Performance Insights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C5A8B9-4391-4B27-E1ED-0721D6079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29363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Platform Performance Overview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D939ED-5356-7BA0-76F4-540940779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54627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IN" sz="3300"/>
              <a:t>Content Type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• Instagram: Videos &amp; Stories</a:t>
            </a:r>
          </a:p>
          <a:p>
            <a:r>
              <a:t>• Twitter: Stories</a:t>
            </a:r>
          </a:p>
          <a:p>
            <a:r>
              <a:t>• YouTube: Carousel posts</a:t>
            </a:r>
          </a:p>
          <a:p>
            <a:r>
              <a:t>• Facebook: Stories</a:t>
            </a:r>
          </a:p>
          <a:p>
            <a:r>
              <a:t>• Short-form content performs best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7CDCA-B293-AD01-65AC-084F9926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77" r="57435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/>
              <a:t>Campaign Performance –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• Highest total likes: End of Season Sale</a:t>
            </a:r>
          </a:p>
          <a:p>
            <a:r>
              <a:t>• Highest avg likes: FashionUpgrade</a:t>
            </a:r>
          </a:p>
          <a:p>
            <a:r>
              <a:t>• Highest impressions: End of Season Sale</a:t>
            </a:r>
          </a:p>
          <a:p>
            <a:r>
              <a:t>• Highest avg impressions: FashionUpgrade</a:t>
            </a:r>
          </a:p>
        </p:txBody>
      </p:sp>
      <p:pic>
        <p:nvPicPr>
          <p:cNvPr id="15" name="Picture 14" descr="Abstract blurred background of department store">
            <a:extLst>
              <a:ext uri="{FF2B5EF4-FFF2-40B4-BE49-F238E27FC236}">
                <a16:creationId xmlns:a16="http://schemas.microsoft.com/office/drawing/2014/main" id="{0CA0D25E-4466-C4FD-2103-6BCC896F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3" r="3626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Campaign Performance – Clicks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r>
              <a:t>• Highest total &amp; avg clicks: MyntraFestiveEdit</a:t>
            </a:r>
          </a:p>
          <a:p>
            <a:r>
              <a:t>• Highest ROI: FashionUpgrade</a:t>
            </a:r>
          </a:p>
          <a:p>
            <a:r>
              <a:t>• Strongest follower growth: StyleRevolution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IN" sz="3800"/>
              <a:t>Key Strategic Insights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9AFF8A-4278-527F-7C4A-E6E0CCF3D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396939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IN" sz="2500">
                <a:solidFill>
                  <a:schemeClr val="tx1">
                    <a:lumMod val="85000"/>
                    <a:lumOff val="15000"/>
                  </a:schemeClr>
                </a:solidFill>
              </a:rPr>
              <a:t>Recommendations – Platform Strategy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• Increase spend on Instagram &amp; Twitter</a:t>
            </a:r>
          </a:p>
          <a:p>
            <a:r>
              <a:rPr lang="en-GB">
                <a:solidFill>
                  <a:srgbClr val="FFFFFF"/>
                </a:solidFill>
              </a:rPr>
              <a:t>• Use YouTube &amp; Facebook for awareness</a:t>
            </a:r>
          </a:p>
          <a:p>
            <a:r>
              <a:rPr lang="en-GB">
                <a:solidFill>
                  <a:srgbClr val="FFFFFF"/>
                </a:solidFill>
              </a:rPr>
              <a:t>• Allocate budget based on ROI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IN" sz="2500">
                <a:solidFill>
                  <a:schemeClr val="tx1">
                    <a:lumMod val="85000"/>
                    <a:lumOff val="15000"/>
                  </a:schemeClr>
                </a:solidFill>
              </a:rPr>
              <a:t>Recommendations – Content Strategy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• Shift 60%+ content to videos &amp; stories</a:t>
            </a:r>
          </a:p>
          <a:p>
            <a:r>
              <a:rPr lang="en-GB">
                <a:solidFill>
                  <a:srgbClr val="FFFFFF"/>
                </a:solidFill>
              </a:rPr>
              <a:t>• Reduce static posts</a:t>
            </a:r>
          </a:p>
          <a:p>
            <a:r>
              <a:rPr lang="en-GB">
                <a:solidFill>
                  <a:srgbClr val="FFFFFF"/>
                </a:solidFill>
              </a:rPr>
              <a:t>• Platform-specific formats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Recommendations – Hashtag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r>
              <a:rPr dirty="0"/>
              <a:t>• Use hashtag clusters:</a:t>
            </a:r>
          </a:p>
          <a:p>
            <a:r>
              <a:rPr dirty="0"/>
              <a:t>  – 1 Trend hashtag</a:t>
            </a:r>
            <a:r>
              <a:rPr lang="en-GB" dirty="0"/>
              <a:t> - #MyntraTrend</a:t>
            </a:r>
            <a:endParaRPr dirty="0"/>
          </a:p>
          <a:p>
            <a:r>
              <a:rPr dirty="0"/>
              <a:t>  – 1 Sale hashtag</a:t>
            </a:r>
            <a:r>
              <a:rPr lang="en-GB" dirty="0"/>
              <a:t> - #StylewithMyntra </a:t>
            </a:r>
            <a:endParaRPr dirty="0"/>
          </a:p>
          <a:p>
            <a:r>
              <a:rPr dirty="0"/>
              <a:t>  – 1 Brand hashtag</a:t>
            </a:r>
            <a:r>
              <a:rPr lang="en-GB" dirty="0"/>
              <a:t> - #MyntraSale</a:t>
            </a:r>
          </a:p>
          <a:p>
            <a:endParaRPr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ROI through focused platforms</a:t>
            </a:r>
          </a:p>
          <a:p>
            <a:r>
              <a:t>• Improved engagement via content optimization</a:t>
            </a:r>
          </a:p>
          <a:p>
            <a:r>
              <a:t>• Scalable, funnel-based campaign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287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Myntra Social Media Performance Analysis</vt:lpstr>
      <vt:lpstr>Business Objective</vt:lpstr>
      <vt:lpstr>Hashtag Performance Insights</vt:lpstr>
      <vt:lpstr>Platform Performance Overview</vt:lpstr>
      <vt:lpstr>Content Type Performance</vt:lpstr>
      <vt:lpstr>Campaign Performance – Engagement</vt:lpstr>
      <vt:lpstr>Campaign Performance – Clicks &amp; ROI</vt:lpstr>
      <vt:lpstr>Key Strategic Insights</vt:lpstr>
      <vt:lpstr>Recommendations – Platform Strategy</vt:lpstr>
      <vt:lpstr>Recommendations – Content Strategy</vt:lpstr>
      <vt:lpstr>Recommendations – Hashtag Strategy</vt:lpstr>
      <vt:lpstr>Final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Kapil Khatana</cp:lastModifiedBy>
  <cp:revision>2</cp:revision>
  <dcterms:created xsi:type="dcterms:W3CDTF">2013-01-27T09:14:16Z</dcterms:created>
  <dcterms:modified xsi:type="dcterms:W3CDTF">2025-12-24T15:57:07Z</dcterms:modified>
  <cp:category/>
</cp:coreProperties>
</file>